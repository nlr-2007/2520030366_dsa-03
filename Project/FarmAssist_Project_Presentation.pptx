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8FAE68"/>
          </a:solidFill>
          <a:ln/>
        </p:spPr>
      </p:sp>
      <p:pic>
        <p:nvPicPr>
          <p:cNvPr id="5" name="Image 0" descr="/home/claude/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MINI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FarmAssist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Knowledge Search and Recommendation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 answers on crops, diseases, fertilizers and cultivation — built for farmers.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8FAE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634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93392" y="466344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8FAE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93392" y="4663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66160" y="466344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8FAE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4663440"/>
            <a:ext cx="1289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crop, disease, fertilizer and cultivation information for farmers.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digital support system for agricultural knowledge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8FAE6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FarmAssist helps farmers quickly search for information about crops, diseases, fertilizers and cultivation methods.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24328" cy="2880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5044" y="2743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93339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611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search, spelling correction and symptom-based search.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2424" y="2468880"/>
            <a:ext cx="2624328" cy="2880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828" y="2743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/home/claude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023" y="29333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3611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75304" y="402336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likely diseases from symptoms you type in.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6208" y="2468880"/>
            <a:ext cx="2624328" cy="2880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2612" y="2743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/home/claude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807" y="29333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3611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19088" y="402336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suitable fertilizers based on crop and budget.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79992" y="2468880"/>
            <a:ext cx="2624328" cy="2880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26396" y="2743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/home/claude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591" y="293339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7152" y="3611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Answer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262872" y="402336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related articles, with the most useful results first.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the search and matching algorithms taught in the DSA-3 course.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FarmAssist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FarmAssist is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8FAE6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1168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7" name="Image 0" descr="/home/claude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21662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47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258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often have to check many sources to find one clear answer.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201168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2" name="Image 1" descr="/home/claude/icons/key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342" y="21662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47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mistakes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23760" y="2258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misspelled crop or disease name may return no result at all.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20040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7" name="Image 2" descr="/home/claude/icons/vir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2" y="33549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confusion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diseases share similar symptoms, making them hard to tell apart.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3017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4808" y="320040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2" name="Image 3" descr="/home/claude/icons/wa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335493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limits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22376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fertilizer options that actually fit their budget.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F4A2C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FarmAssist brings all of this together in one searchable, organized system.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and the algorithms behind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18288"/>
          </a:xfrm>
          <a:prstGeom prst="rect">
            <a:avLst/>
          </a:prstGeom>
          <a:solidFill>
            <a:srgbClr val="8FAE6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9908" y="169164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574" y="1853306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42316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4944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exact crop and disease names quickly.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92424" y="150876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3692" y="169164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icons/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358" y="185330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242316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38728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across many documents at once.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36208" y="150876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37476" y="169164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/home/claude/icons/listu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142" y="1853306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42316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Aho–Corasick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82512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several symptoms together.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79992" y="150876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81260" y="169164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3" descr="/home/claude/icons/spell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926" y="1853306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242316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6296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spelling mistakes in a search.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675888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549908" y="385876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4" descr="/home/claude/icons/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1574" y="4020434"/>
            <a:ext cx="298460" cy="298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8368" y="459028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 + LCP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94944" y="50474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articles related to a topic.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92424" y="3675888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393692" y="385876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2" name="Image 5" descr="/home/claude/icons/wal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358" y="4020434"/>
            <a:ext cx="298460" cy="298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02152" y="459028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538728" y="50474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fertilizers within budget.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36208" y="3675888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237476" y="385876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7" name="Image 6" descr="/home/claude/icons/diagra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142" y="4020434"/>
            <a:ext cx="298460" cy="2984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45936" y="459028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382512" y="50474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crops with the right fertilizers.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079992" y="3675888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081260" y="385876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2" name="Image 7" descr="/home/claude/icons/so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2926" y="4020434"/>
            <a:ext cx="298460" cy="2984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89720" y="459028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QuickSort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226296" y="50474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search results by relevance.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FarmAssist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practical development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24328" cy="3017520"/>
          </a:xfrm>
          <a:prstGeom prst="roundRect">
            <a:avLst>
              <a:gd name="adj" fmla="val 4181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103120"/>
            <a:ext cx="731520" cy="731520"/>
          </a:xfrm>
          <a:prstGeom prst="ellipse">
            <a:avLst/>
          </a:prstGeom>
          <a:solidFill>
            <a:srgbClr val="8FAE68"/>
          </a:solidFill>
          <a:ln/>
        </p:spPr>
      </p:sp>
      <p:pic>
        <p:nvPicPr>
          <p:cNvPr id="7" name="Image 0" descr="/home/claude/icons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2933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175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implementation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92424" y="1828800"/>
            <a:ext cx="2624328" cy="3017520"/>
          </a:xfrm>
          <a:prstGeom prst="roundRect">
            <a:avLst>
              <a:gd name="adj" fmla="val 4181"/>
            </a:avLst>
          </a:prstGeom>
          <a:solidFill>
            <a:srgbClr val="2C5F2D"/>
          </a:solidFill>
          <a:ln/>
        </p:spPr>
      </p:sp>
      <p:sp>
        <p:nvSpPr>
          <p:cNvPr id="11" name="Shape 8"/>
          <p:cNvSpPr/>
          <p:nvPr/>
        </p:nvSpPr>
        <p:spPr>
          <a:xfrm>
            <a:off x="4338828" y="2103120"/>
            <a:ext cx="731520" cy="731520"/>
          </a:xfrm>
          <a:prstGeom prst="ellipse">
            <a:avLst/>
          </a:prstGeom>
          <a:solidFill>
            <a:srgbClr val="8FAE68"/>
          </a:solidFill>
          <a:ln/>
        </p:spPr>
      </p:sp>
      <p:pic>
        <p:nvPicPr>
          <p:cNvPr id="12" name="Image 1" descr="/home/claude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023" y="22933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30175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75304" y="365760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36208" y="1828800"/>
            <a:ext cx="2624328" cy="3017520"/>
          </a:xfrm>
          <a:prstGeom prst="roundRect">
            <a:avLst>
              <a:gd name="adj" fmla="val 4181"/>
            </a:avLst>
          </a:prstGeom>
          <a:solidFill>
            <a:srgbClr val="2C5F2D"/>
          </a:solidFill>
          <a:ln/>
        </p:spPr>
      </p:sp>
      <p:sp>
        <p:nvSpPr>
          <p:cNvPr id="16" name="Shape 12"/>
          <p:cNvSpPr/>
          <p:nvPr/>
        </p:nvSpPr>
        <p:spPr>
          <a:xfrm>
            <a:off x="7182612" y="2103120"/>
            <a:ext cx="731520" cy="731520"/>
          </a:xfrm>
          <a:prstGeom prst="ellipse">
            <a:avLst/>
          </a:prstGeom>
          <a:solidFill>
            <a:srgbClr val="8FAE68"/>
          </a:solidFill>
          <a:ln/>
        </p:spPr>
      </p:sp>
      <p:pic>
        <p:nvPicPr>
          <p:cNvPr id="17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807" y="22933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0175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19088" y="365760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knowledge data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79992" y="1828800"/>
            <a:ext cx="2624328" cy="3017520"/>
          </a:xfrm>
          <a:prstGeom prst="roundRect">
            <a:avLst>
              <a:gd name="adj" fmla="val 4181"/>
            </a:avLst>
          </a:prstGeom>
          <a:solidFill>
            <a:srgbClr val="2C5F2D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26396" y="2103120"/>
            <a:ext cx="731520" cy="731520"/>
          </a:xfrm>
          <a:prstGeom prst="ellipse">
            <a:avLst/>
          </a:prstGeom>
          <a:solidFill>
            <a:srgbClr val="8FAE68"/>
          </a:solidFill>
          <a:ln/>
        </p:spPr>
      </p:sp>
      <p:pic>
        <p:nvPicPr>
          <p:cNvPr id="22" name="Image 3" descr="/home/claude/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591" y="229331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0175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Structures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62872" y="3657600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recommendation engine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approach: modular design, with each DSA algorithm implemented by hand.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completed system will deliver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8FAE6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3289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148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2606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crop and disease information.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0312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817" y="23289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148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35240" y="2606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correction and symptom matching.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11480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/home/claude/icons/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434065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Recommendations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920240" y="4617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suggestions based on crop and budget.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11480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3" descr="/home/claude/icons/clipboar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817" y="4340657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Results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635240" y="4617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articles shown in ranked order.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F4A2C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57150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a working FarmAssist search and recommendation system.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2026-08-03T01:27:53Z</dcterms:created>
  <dcterms:modified xsi:type="dcterms:W3CDTF">2026-08-03T01:27:53Z</dcterms:modified>
</cp:coreProperties>
</file>