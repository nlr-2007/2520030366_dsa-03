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34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/home/claude/work/unpacked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8" y="457200"/>
            <a:ext cx="137160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317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 2026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55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Ideas Meet Real-World Challenges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88720" y="3794760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Think beyond the classroom.  Challenge yourself.  Build something that matters.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26137" y="4617720"/>
            <a:ext cx="5739419" cy="594360"/>
          </a:xfrm>
          <a:prstGeom prst="roundRect">
            <a:avLst>
              <a:gd name="adj" fmla="val 50000"/>
            </a:avLst>
          </a:prstGeom>
          <a:solidFill>
            <a:srgbClr val="19883F"/>
          </a:solidFill>
          <a:ln/>
        </p:spPr>
      </p:sp>
      <p:sp>
        <p:nvSpPr>
          <p:cNvPr id="12" name="Text 9"/>
          <p:cNvSpPr/>
          <p:nvPr/>
        </p:nvSpPr>
        <p:spPr>
          <a:xfrm>
            <a:off x="2804008" y="46177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2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IDEA.  YOUR TEAM.  YOUR SOLUTION.</a:t>
            </a:r>
            <a:endParaRPr lang="en-US" sz="1500" dirty="0"/>
          </a:p>
        </p:txBody>
      </p:sp>
      <p:pic>
        <p:nvPicPr>
          <p:cNvPr id="13" name="Image 1" descr="/home/claude/work/unpacked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291072"/>
            <a:ext cx="329184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6327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SIH AT A GLANCE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2331720"/>
          </a:xfrm>
          <a:prstGeom prst="roundRect">
            <a:avLst>
              <a:gd name="adj" fmla="val 6275"/>
            </a:avLst>
          </a:prstGeom>
          <a:solidFill>
            <a:srgbClr val="EAF7E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D78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" y="2340864"/>
            <a:ext cx="91440" cy="91440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2128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nationwide innovation competition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96112" y="2670048"/>
            <a:ext cx="91440" cy="91440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Conducted for students across India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2999232"/>
            <a:ext cx="91440" cy="91440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8712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Includes Software and Hardware editions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6112" y="3328416"/>
            <a:ext cx="91440" cy="91440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200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compete through multiple stages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6112" y="3657600"/>
            <a:ext cx="91440" cy="91440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52958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Challenges are provided by participating organizations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78028" y="4480560"/>
            <a:ext cx="23317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587856" y="4608576"/>
            <a:ext cx="512064" cy="512064"/>
          </a:xfrm>
          <a:prstGeom prst="ellipse">
            <a:avLst/>
          </a:prstGeom>
          <a:solidFill>
            <a:srgbClr val="EB861A"/>
          </a:solidFill>
          <a:ln/>
        </p:spPr>
      </p:sp>
      <p:pic>
        <p:nvPicPr>
          <p:cNvPr id="20" name="Image 0" descr="/home/claude/work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992" y="4741713"/>
            <a:ext cx="245791" cy="24579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8028" y="51755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009748" y="44805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3512668" y="4480560"/>
            <a:ext cx="23317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22496" y="4608576"/>
            <a:ext cx="512064" cy="512064"/>
          </a:xfrm>
          <a:prstGeom prst="ellipse">
            <a:avLst/>
          </a:prstGeom>
          <a:solidFill>
            <a:srgbClr val="19883F"/>
          </a:solidFill>
          <a:ln/>
        </p:spPr>
      </p:sp>
      <p:pic>
        <p:nvPicPr>
          <p:cNvPr id="25" name="Image 1" descr="/home/claude/work/icons/cpu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632" y="4741713"/>
            <a:ext cx="245791" cy="24579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512668" y="51755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844388" y="44805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6347308" y="4480560"/>
            <a:ext cx="23317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257136" y="4608576"/>
            <a:ext cx="512064" cy="512064"/>
          </a:xfrm>
          <a:prstGeom prst="ellipse">
            <a:avLst/>
          </a:prstGeom>
          <a:solidFill>
            <a:srgbClr val="EB861A"/>
          </a:solidFill>
          <a:ln/>
        </p:spPr>
      </p:sp>
      <p:pic>
        <p:nvPicPr>
          <p:cNvPr id="30" name="Image 2" descr="/home/claude/work/icons/aw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272" y="4741713"/>
            <a:ext cx="245791" cy="245791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347308" y="51755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COMPETITION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8679028" y="44805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</a:t>
            </a:r>
            <a:endParaRPr lang="en-US" sz="2200" dirty="0"/>
          </a:p>
        </p:txBody>
      </p:sp>
      <p:sp>
        <p:nvSpPr>
          <p:cNvPr id="33" name="Shape 28"/>
          <p:cNvSpPr/>
          <p:nvPr/>
        </p:nvSpPr>
        <p:spPr>
          <a:xfrm>
            <a:off x="9181948" y="4480560"/>
            <a:ext cx="23317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10091776" y="4608576"/>
            <a:ext cx="512064" cy="512064"/>
          </a:xfrm>
          <a:prstGeom prst="ellipse">
            <a:avLst/>
          </a:prstGeom>
          <a:solidFill>
            <a:srgbClr val="19883F"/>
          </a:solidFill>
          <a:ln/>
        </p:spPr>
      </p:sp>
      <p:pic>
        <p:nvPicPr>
          <p:cNvPr id="35" name="Image 3" descr="/home/claude/work/icons/za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4912" y="4741713"/>
            <a:ext cx="245791" cy="245791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181948" y="51755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</a:t>
            </a:r>
            <a:endParaRPr lang="en-US" sz="1050" dirty="0"/>
          </a:p>
        </p:txBody>
      </p:sp>
      <p:pic>
        <p:nvPicPr>
          <p:cNvPr id="37" name="Image 4" descr="/home/claude/work/unpacked/ppt/media/image-1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6291072"/>
            <a:ext cx="329184" cy="4114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22960" y="6327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GET FROM SIH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59156" y="169164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0324" y="1892808"/>
            <a:ext cx="603504" cy="603504"/>
          </a:xfrm>
          <a:prstGeom prst="ellipse">
            <a:avLst/>
          </a:prstGeom>
          <a:solidFill>
            <a:srgbClr val="EB861A"/>
          </a:solidFill>
          <a:ln/>
        </p:spPr>
      </p:sp>
      <p:pic>
        <p:nvPicPr>
          <p:cNvPr id="8" name="Image 0" descr="/home/claude/work/icons/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35" y="2049719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9276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19276" y="225856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 under real competition conditions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35628" y="169164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36796" y="1892808"/>
            <a:ext cx="603504" cy="603504"/>
          </a:xfrm>
          <a:prstGeom prst="ellipse">
            <a:avLst/>
          </a:prstGeom>
          <a:solidFill>
            <a:srgbClr val="19883F"/>
          </a:solidFill>
          <a:ln/>
        </p:spPr>
      </p:sp>
      <p:pic>
        <p:nvPicPr>
          <p:cNvPr id="13" name="Image 1" descr="/home/claude/work/icons/trend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707" y="2049719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95748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SKILLS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295748" y="225856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 technologies beyond your coursework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12100" y="169164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13268" y="1892808"/>
            <a:ext cx="603504" cy="603504"/>
          </a:xfrm>
          <a:prstGeom prst="ellipse">
            <a:avLst/>
          </a:prstGeom>
          <a:solidFill>
            <a:srgbClr val="EB861A"/>
          </a:solidFill>
          <a:ln/>
        </p:spPr>
      </p:sp>
      <p:pic>
        <p:nvPicPr>
          <p:cNvPr id="18" name="Image 2" descr="/home/claude/work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179" y="2049719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7222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072220" y="225856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 with people who have different strengths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59156" y="3310128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60324" y="3511296"/>
            <a:ext cx="603504" cy="603504"/>
          </a:xfrm>
          <a:prstGeom prst="ellipse">
            <a:avLst/>
          </a:prstGeom>
          <a:solidFill>
            <a:srgbClr val="19883F"/>
          </a:solidFill>
          <a:ln/>
        </p:spPr>
      </p:sp>
      <p:pic>
        <p:nvPicPr>
          <p:cNvPr id="23" name="Image 3" descr="/home/claude/work/icons/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235" y="3668207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19276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EXPOSURE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519276" y="387705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 with mentors, experts and other teams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35628" y="3310128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36796" y="3511296"/>
            <a:ext cx="603504" cy="603504"/>
          </a:xfrm>
          <a:prstGeom prst="ellipse">
            <a:avLst/>
          </a:prstGeom>
          <a:solidFill>
            <a:srgbClr val="EB861A"/>
          </a:solidFill>
          <a:ln/>
        </p:spPr>
      </p:sp>
      <p:pic>
        <p:nvPicPr>
          <p:cNvPr id="28" name="Image 4" descr="/home/claude/work/icons/awar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3707" y="3668207"/>
            <a:ext cx="289682" cy="28968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95748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295748" y="387705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your work noticed beyond college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12100" y="3310128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13268" y="3511296"/>
            <a:ext cx="603504" cy="603504"/>
          </a:xfrm>
          <a:prstGeom prst="ellipse">
            <a:avLst/>
          </a:prstGeom>
          <a:solidFill>
            <a:srgbClr val="19883F"/>
          </a:solidFill>
          <a:ln/>
        </p:spPr>
      </p:sp>
      <p:pic>
        <p:nvPicPr>
          <p:cNvPr id="33" name="Image 5" descr="/home/claude/work/icons/filetex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179" y="3668207"/>
            <a:ext cx="289682" cy="28968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72220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9072220" y="387705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a substantial project to showcase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2765146" y="5796915"/>
            <a:ext cx="6661404" cy="502920"/>
          </a:xfrm>
          <a:prstGeom prst="roundRect">
            <a:avLst>
              <a:gd name="adj" fmla="val 50000"/>
            </a:avLst>
          </a:prstGeom>
          <a:solidFill>
            <a:srgbClr val="EB861A"/>
          </a:solidFill>
          <a:ln/>
        </p:spPr>
      </p:sp>
      <p:sp>
        <p:nvSpPr>
          <p:cNvPr id="38" name="Text 30"/>
          <p:cNvSpPr/>
          <p:nvPr/>
        </p:nvSpPr>
        <p:spPr>
          <a:xfrm>
            <a:off x="2255368" y="58064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2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THAN A HACKATHON — IT'S AN EXPERIENCE.</a:t>
            </a:r>
            <a:endParaRPr lang="en-US" sz="1500" dirty="0"/>
          </a:p>
        </p:txBody>
      </p:sp>
      <p:pic>
        <p:nvPicPr>
          <p:cNvPr id="39" name="Image 6" descr="/home/claude/work/unpacked/ppt/media/image-1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6291072"/>
            <a:ext cx="329184" cy="4114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22960" y="6327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PROBLEM TO SOLUTION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59156" y="169164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0324" y="1892808"/>
            <a:ext cx="548640" cy="548640"/>
          </a:xfrm>
          <a:prstGeom prst="ellipse">
            <a:avLst/>
          </a:prstGeom>
          <a:solidFill>
            <a:srgbClr val="EB861A"/>
          </a:solidFill>
          <a:ln/>
        </p:spPr>
      </p:sp>
      <p:sp>
        <p:nvSpPr>
          <p:cNvPr id="8" name="Text 6"/>
          <p:cNvSpPr/>
          <p:nvPr/>
        </p:nvSpPr>
        <p:spPr>
          <a:xfrm>
            <a:off x="760324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3556" y="18928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73556" y="22860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Choose a problem statement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5628" y="169164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36796" y="1892808"/>
            <a:ext cx="548640" cy="548640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13" name="Text 11"/>
          <p:cNvSpPr/>
          <p:nvPr/>
        </p:nvSpPr>
        <p:spPr>
          <a:xfrm>
            <a:off x="4536796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0028" y="18928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250028" y="22860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your team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2100" y="169164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13268" y="1892808"/>
            <a:ext cx="548640" cy="548640"/>
          </a:xfrm>
          <a:prstGeom prst="ellipse">
            <a:avLst/>
          </a:prstGeom>
          <a:solidFill>
            <a:srgbClr val="EB861A"/>
          </a:solidFill>
          <a:ln/>
        </p:spPr>
      </p:sp>
      <p:sp>
        <p:nvSpPr>
          <p:cNvPr id="18" name="Text 16"/>
          <p:cNvSpPr/>
          <p:nvPr/>
        </p:nvSpPr>
        <p:spPr>
          <a:xfrm>
            <a:off x="8313268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26500" y="18928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Ideate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026500" y="22860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design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9156" y="333756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0324" y="3538728"/>
            <a:ext cx="548640" cy="548640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23" name="Text 21"/>
          <p:cNvSpPr/>
          <p:nvPr/>
        </p:nvSpPr>
        <p:spPr>
          <a:xfrm>
            <a:off x="760324" y="3538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73556" y="35387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473556" y="3931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 your prototype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35628" y="333756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36796" y="3538728"/>
            <a:ext cx="548640" cy="548640"/>
          </a:xfrm>
          <a:prstGeom prst="ellipse">
            <a:avLst/>
          </a:prstGeom>
          <a:solidFill>
            <a:srgbClr val="EB861A"/>
          </a:solidFill>
          <a:ln/>
        </p:spPr>
      </p:sp>
      <p:sp>
        <p:nvSpPr>
          <p:cNvPr id="28" name="Text 26"/>
          <p:cNvSpPr/>
          <p:nvPr/>
        </p:nvSpPr>
        <p:spPr>
          <a:xfrm>
            <a:off x="4536796" y="3538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0028" y="35387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250028" y="3931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Pitch and demonstrate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12100" y="333756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13268" y="3538728"/>
            <a:ext cx="548640" cy="548640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33" name="Text 31"/>
          <p:cNvSpPr/>
          <p:nvPr/>
        </p:nvSpPr>
        <p:spPr>
          <a:xfrm>
            <a:off x="8313268" y="3538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26500" y="35387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Compete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9026500" y="3931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 your solution forward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46120" y="5806440"/>
            <a:ext cx="6004408" cy="530352"/>
          </a:xfrm>
          <a:prstGeom prst="roundRect">
            <a:avLst>
              <a:gd name="adj" fmla="val 50000"/>
            </a:avLst>
          </a:prstGeom>
          <a:solidFill>
            <a:srgbClr val="19883F"/>
          </a:solidFill>
          <a:ln/>
        </p:spPr>
      </p:sp>
      <p:sp>
        <p:nvSpPr>
          <p:cNvPr id="38" name="Text 36"/>
          <p:cNvSpPr/>
          <p:nvPr/>
        </p:nvSpPr>
        <p:spPr>
          <a:xfrm>
            <a:off x="2529688" y="580644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2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 →  IDEA  →  PROTOTYPE  →  IMPACT</a:t>
            </a:r>
            <a:endParaRPr lang="en-US" sz="1500" dirty="0"/>
          </a:p>
        </p:txBody>
      </p:sp>
      <p:pic>
        <p:nvPicPr>
          <p:cNvPr id="39" name="Image 0" descr="/home/claude/work/unpacked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291072"/>
            <a:ext cx="329184" cy="41148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22960" y="6327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YOU PARTICIPATE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18008" y="1691640"/>
            <a:ext cx="534924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2328" y="1965960"/>
            <a:ext cx="512064" cy="512064"/>
          </a:xfrm>
          <a:prstGeom prst="ellipse">
            <a:avLst/>
          </a:prstGeom>
          <a:solidFill>
            <a:srgbClr val="EB861A"/>
          </a:solidFill>
          <a:ln/>
        </p:spPr>
      </p:sp>
      <p:pic>
        <p:nvPicPr>
          <p:cNvPr id="8" name="Image 0" descr="/home/claude/work/icons/check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64" y="2099097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2408" y="194767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ELIGIBILITY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432408" y="222199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can participate?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2328" y="2688336"/>
            <a:ext cx="512064" cy="512064"/>
          </a:xfrm>
          <a:prstGeom prst="ellipse">
            <a:avLst/>
          </a:prstGeom>
          <a:solidFill>
            <a:srgbClr val="19883F"/>
          </a:solidFill>
          <a:ln/>
        </p:spPr>
      </p:sp>
      <p:pic>
        <p:nvPicPr>
          <p:cNvPr id="12" name="Image 1" descr="/home/claude/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64" y="2821473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2408" y="267004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REQUIREMENTS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432408" y="294436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can be part of a team?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2328" y="3410712"/>
            <a:ext cx="512064" cy="512064"/>
          </a:xfrm>
          <a:prstGeom prst="ellipse">
            <a:avLst/>
          </a:prstGeom>
          <a:solidFill>
            <a:srgbClr val="EB861A"/>
          </a:solidFill>
          <a:ln/>
        </p:spPr>
      </p:sp>
      <p:pic>
        <p:nvPicPr>
          <p:cNvPr id="16" name="Image 2" descr="/home/claude/work/icons/sen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64" y="354384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2408" y="339242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SUBMISSION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432408" y="366674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needs to be submitted?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92328" y="4133088"/>
            <a:ext cx="512064" cy="512064"/>
          </a:xfrm>
          <a:prstGeom prst="ellipse">
            <a:avLst/>
          </a:prstGeom>
          <a:solidFill>
            <a:srgbClr val="19883F"/>
          </a:solidFill>
          <a:ln/>
        </p:spPr>
      </p:sp>
      <p:pic>
        <p:nvPicPr>
          <p:cNvPr id="20" name="Image 3" descr="/home/claude/work/icons/calend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464" y="4266225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32408" y="411480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DEADLINES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432408" y="43891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dates matter?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92328" y="4855464"/>
            <a:ext cx="512064" cy="512064"/>
          </a:xfrm>
          <a:prstGeom prst="ellipse">
            <a:avLst/>
          </a:prstGeom>
          <a:solidFill>
            <a:srgbClr val="EB861A"/>
          </a:solidFill>
          <a:ln/>
        </p:spPr>
      </p:sp>
      <p:pic>
        <p:nvPicPr>
          <p:cNvPr id="24" name="Image 4" descr="/home/claude/work/icons/ey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464" y="4988601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32408" y="483717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432408" y="511149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are teams judged?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324448" y="1691640"/>
            <a:ext cx="534924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644488" y="1984248"/>
            <a:ext cx="566928" cy="566928"/>
          </a:xfrm>
          <a:prstGeom prst="ellipse">
            <a:avLst/>
          </a:prstGeom>
          <a:solidFill>
            <a:srgbClr val="19883F"/>
          </a:solidFill>
          <a:ln/>
        </p:spPr>
      </p:sp>
      <p:pic>
        <p:nvPicPr>
          <p:cNvPr id="29" name="Image 5" descr="/home/claude/work/icons/awar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1889" y="2131649"/>
            <a:ext cx="272125" cy="2721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330288" y="1984248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8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PRIZES &amp; RECOGNITION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6690208" y="26974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Official SIH 2026 Prize Details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690208" y="2990088"/>
            <a:ext cx="4617720" cy="685800"/>
          </a:xfrm>
          <a:prstGeom prst="roundRect">
            <a:avLst>
              <a:gd name="adj" fmla="val 16000"/>
            </a:avLst>
          </a:prstGeom>
          <a:solidFill>
            <a:srgbClr val="EAF7EF"/>
          </a:solidFill>
          <a:ln/>
        </p:spPr>
      </p:sp>
      <p:sp>
        <p:nvSpPr>
          <p:cNvPr id="33" name="Text 25"/>
          <p:cNvSpPr/>
          <p:nvPr/>
        </p:nvSpPr>
        <p:spPr>
          <a:xfrm>
            <a:off x="6690208" y="2990088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78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 1,00,000</a:t>
            </a:r>
            <a:endParaRPr lang="en-US" sz="2400" dirty="0"/>
          </a:p>
        </p:txBody>
      </p:sp>
      <p:sp>
        <p:nvSpPr>
          <p:cNvPr id="34" name="Shape 26"/>
          <p:cNvSpPr/>
          <p:nvPr/>
        </p:nvSpPr>
        <p:spPr>
          <a:xfrm>
            <a:off x="6708496" y="3977640"/>
            <a:ext cx="82296" cy="82296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35" name="Text 27"/>
          <p:cNvSpPr/>
          <p:nvPr/>
        </p:nvSpPr>
        <p:spPr>
          <a:xfrm>
            <a:off x="6918808" y="384962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Certificates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6708496" y="4379976"/>
            <a:ext cx="82296" cy="82296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37" name="Text 29"/>
          <p:cNvSpPr/>
          <p:nvPr/>
        </p:nvSpPr>
        <p:spPr>
          <a:xfrm>
            <a:off x="6918808" y="42519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Winning team recognition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6708496" y="4782312"/>
            <a:ext cx="82296" cy="82296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39" name="Text 31"/>
          <p:cNvSpPr/>
          <p:nvPr/>
        </p:nvSpPr>
        <p:spPr>
          <a:xfrm>
            <a:off x="6918808" y="465429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Special awards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6708496" y="5184648"/>
            <a:ext cx="82296" cy="82296"/>
          </a:xfrm>
          <a:prstGeom prst="ellipse">
            <a:avLst/>
          </a:prstGeom>
          <a:solidFill>
            <a:srgbClr val="19883F"/>
          </a:solidFill>
          <a:ln/>
        </p:spPr>
      </p:sp>
      <p:sp>
        <p:nvSpPr>
          <p:cNvPr id="41" name="Text 33"/>
          <p:cNvSpPr/>
          <p:nvPr/>
        </p:nvSpPr>
        <p:spPr>
          <a:xfrm>
            <a:off x="6918808" y="50566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Other official recognition / opportunities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3192628" y="5897880"/>
            <a:ext cx="5671921" cy="457200"/>
          </a:xfrm>
          <a:prstGeom prst="roundRect">
            <a:avLst>
              <a:gd name="adj" fmla="val 50000"/>
            </a:avLst>
          </a:prstGeom>
          <a:solidFill>
            <a:srgbClr val="EB861A"/>
          </a:solidFill>
          <a:ln/>
        </p:spPr>
      </p:sp>
      <p:sp>
        <p:nvSpPr>
          <p:cNvPr id="44" name="Text 36"/>
          <p:cNvSpPr/>
          <p:nvPr/>
        </p:nvSpPr>
        <p:spPr>
          <a:xfrm>
            <a:off x="2986888" y="58978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2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 THE RULES.  KNOW THE REWARDS.</a:t>
            </a:r>
            <a:endParaRPr lang="en-US" sz="1500" dirty="0"/>
          </a:p>
        </p:txBody>
      </p:sp>
      <p:pic>
        <p:nvPicPr>
          <p:cNvPr id="45" name="Image 6" descr="/home/claude/work/unpacked/ppt/media/image-1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6291072"/>
            <a:ext cx="329184" cy="41148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22960" y="6327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B86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DO I GO FROM HERE?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STAY CONNECTED</a:t>
            </a:r>
            <a:endParaRPr lang="en-US" sz="3400" dirty="0"/>
          </a:p>
        </p:txBody>
      </p:sp>
      <p:sp>
        <p:nvSpPr>
          <p:cNvPr id="37" name="Shape 31"/>
          <p:cNvSpPr/>
          <p:nvPr/>
        </p:nvSpPr>
        <p:spPr>
          <a:xfrm>
            <a:off x="4015588" y="589788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19883F"/>
          </a:solidFill>
          <a:ln/>
        </p:spPr>
      </p:sp>
      <p:sp>
        <p:nvSpPr>
          <p:cNvPr id="38" name="Text 32"/>
          <p:cNvSpPr/>
          <p:nvPr/>
        </p:nvSpPr>
        <p:spPr>
          <a:xfrm>
            <a:off x="3352648" y="5897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2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JOIN.  STAY UPDATED.  ASK.</a:t>
            </a:r>
            <a:endParaRPr lang="en-US" sz="1500" dirty="0"/>
          </a:p>
        </p:txBody>
      </p:sp>
      <p:pic>
        <p:nvPicPr>
          <p:cNvPr id="39" name="Image 4" descr="/home/claude/work/unpacked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291072"/>
            <a:ext cx="329184" cy="4114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22960" y="6327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F47A57D-6178-D1B7-8DF1-007AC79BC1C0}"/>
              </a:ext>
            </a:extLst>
          </p:cNvPr>
          <p:cNvGrpSpPr/>
          <p:nvPr/>
        </p:nvGrpSpPr>
        <p:grpSpPr>
          <a:xfrm>
            <a:off x="1649505" y="1290918"/>
            <a:ext cx="9260541" cy="4606962"/>
            <a:chOff x="6324448" y="1691640"/>
            <a:chExt cx="5349240" cy="3977640"/>
          </a:xfrm>
        </p:grpSpPr>
        <p:sp>
          <p:nvSpPr>
            <p:cNvPr id="20" name="Shape 16"/>
            <p:cNvSpPr/>
            <p:nvPr/>
          </p:nvSpPr>
          <p:spPr>
            <a:xfrm>
              <a:off x="6324448" y="1691640"/>
              <a:ext cx="5349240" cy="3977640"/>
            </a:xfrm>
            <a:prstGeom prst="roundRect">
              <a:avLst>
                <a:gd name="adj" fmla="val 3678"/>
              </a:avLst>
            </a:prstGeom>
            <a:solidFill>
              <a:srgbClr val="FFFFFF"/>
            </a:solidFill>
            <a:ln w="12700">
              <a:solidFill>
                <a:srgbClr val="ECE6DC"/>
              </a:solidFill>
              <a:prstDash val="solid"/>
            </a:ln>
            <a:effectLst>
              <a:outerShdw blurRad="152400" dist="38100" dir="5400000" algn="bl" rotWithShape="0">
                <a:srgbClr val="1B2A33">
                  <a:alpha val="12000"/>
                </a:srgbClr>
              </a:outerShdw>
            </a:effectLst>
          </p:spPr>
        </p:sp>
        <p:sp>
          <p:nvSpPr>
            <p:cNvPr id="21" name="Shape 17"/>
            <p:cNvSpPr/>
            <p:nvPr/>
          </p:nvSpPr>
          <p:spPr>
            <a:xfrm>
              <a:off x="6690208" y="1877915"/>
              <a:ext cx="640080" cy="841248"/>
            </a:xfrm>
            <a:prstGeom prst="ellipse">
              <a:avLst/>
            </a:prstGeom>
            <a:solidFill>
              <a:srgbClr val="19883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22" name="Image 2" descr="/home/claude/work/icons/robot_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6628" y="2078068"/>
              <a:ext cx="307238" cy="403799"/>
            </a:xfrm>
            <a:prstGeom prst="rect">
              <a:avLst/>
            </a:prstGeom>
          </p:spPr>
        </p:pic>
        <p:sp>
          <p:nvSpPr>
            <p:cNvPr id="23" name="Text 18"/>
            <p:cNvSpPr/>
            <p:nvPr/>
          </p:nvSpPr>
          <p:spPr>
            <a:xfrm>
              <a:off x="7513168" y="2011680"/>
              <a:ext cx="38862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D783C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SIH QUERY BOT</a:t>
              </a:r>
              <a:endParaRPr lang="en-US" sz="1550" dirty="0"/>
            </a:p>
          </p:txBody>
        </p:sp>
        <p:sp>
          <p:nvSpPr>
            <p:cNvPr id="24" name="Shape 19"/>
            <p:cNvSpPr/>
            <p:nvPr/>
          </p:nvSpPr>
          <p:spPr>
            <a:xfrm>
              <a:off x="6708496" y="2971800"/>
              <a:ext cx="82296" cy="82296"/>
            </a:xfrm>
            <a:prstGeom prst="ellipse">
              <a:avLst/>
            </a:prstGeom>
            <a:solidFill>
              <a:srgbClr val="19883F"/>
            </a:solidFill>
            <a:ln/>
          </p:spPr>
        </p:sp>
        <p:sp>
          <p:nvSpPr>
            <p:cNvPr id="25" name="Text 20"/>
            <p:cNvSpPr/>
            <p:nvPr/>
          </p:nvSpPr>
          <p:spPr>
            <a:xfrm>
              <a:off x="6918808" y="2852928"/>
              <a:ext cx="4434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33038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Rules</a:t>
              </a:r>
              <a:endParaRPr lang="en-US" sz="1300" dirty="0"/>
            </a:p>
          </p:txBody>
        </p:sp>
        <p:sp>
          <p:nvSpPr>
            <p:cNvPr id="26" name="Shape 21"/>
            <p:cNvSpPr/>
            <p:nvPr/>
          </p:nvSpPr>
          <p:spPr>
            <a:xfrm>
              <a:off x="6708496" y="3337560"/>
              <a:ext cx="82296" cy="82296"/>
            </a:xfrm>
            <a:prstGeom prst="ellipse">
              <a:avLst/>
            </a:prstGeom>
            <a:solidFill>
              <a:srgbClr val="19883F"/>
            </a:solidFill>
            <a:ln/>
          </p:spPr>
        </p:sp>
        <p:sp>
          <p:nvSpPr>
            <p:cNvPr id="27" name="Text 22"/>
            <p:cNvSpPr/>
            <p:nvPr/>
          </p:nvSpPr>
          <p:spPr>
            <a:xfrm>
              <a:off x="6918808" y="3218688"/>
              <a:ext cx="4434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33038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Registration</a:t>
              </a:r>
              <a:endParaRPr lang="en-US" sz="1300" dirty="0"/>
            </a:p>
          </p:txBody>
        </p:sp>
        <p:sp>
          <p:nvSpPr>
            <p:cNvPr id="28" name="Shape 23"/>
            <p:cNvSpPr/>
            <p:nvPr/>
          </p:nvSpPr>
          <p:spPr>
            <a:xfrm>
              <a:off x="6708496" y="3703320"/>
              <a:ext cx="82296" cy="82296"/>
            </a:xfrm>
            <a:prstGeom prst="ellipse">
              <a:avLst/>
            </a:prstGeom>
            <a:solidFill>
              <a:srgbClr val="19883F"/>
            </a:solidFill>
            <a:ln/>
          </p:spPr>
        </p:sp>
        <p:sp>
          <p:nvSpPr>
            <p:cNvPr id="29" name="Text 24"/>
            <p:cNvSpPr/>
            <p:nvPr/>
          </p:nvSpPr>
          <p:spPr>
            <a:xfrm>
              <a:off x="6918808" y="3584448"/>
              <a:ext cx="4434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33038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Deadlines</a:t>
              </a:r>
              <a:endParaRPr lang="en-US" sz="1300" dirty="0"/>
            </a:p>
          </p:txBody>
        </p:sp>
        <p:sp>
          <p:nvSpPr>
            <p:cNvPr id="30" name="Shape 25"/>
            <p:cNvSpPr/>
            <p:nvPr/>
          </p:nvSpPr>
          <p:spPr>
            <a:xfrm>
              <a:off x="6708496" y="4069080"/>
              <a:ext cx="82296" cy="82296"/>
            </a:xfrm>
            <a:prstGeom prst="ellipse">
              <a:avLst/>
            </a:prstGeom>
            <a:solidFill>
              <a:srgbClr val="19883F"/>
            </a:solidFill>
            <a:ln/>
          </p:spPr>
        </p:sp>
        <p:sp>
          <p:nvSpPr>
            <p:cNvPr id="31" name="Text 26"/>
            <p:cNvSpPr/>
            <p:nvPr/>
          </p:nvSpPr>
          <p:spPr>
            <a:xfrm>
              <a:off x="6918808" y="3950208"/>
              <a:ext cx="4434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33038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General queries</a:t>
              </a:r>
              <a:endParaRPr lang="en-US" sz="1300" dirty="0"/>
            </a:p>
          </p:txBody>
        </p:sp>
        <p:sp>
          <p:nvSpPr>
            <p:cNvPr id="34" name="Shape 28"/>
            <p:cNvSpPr/>
            <p:nvPr/>
          </p:nvSpPr>
          <p:spPr>
            <a:xfrm>
              <a:off x="6598768" y="5074920"/>
              <a:ext cx="4800600" cy="384048"/>
            </a:xfrm>
            <a:prstGeom prst="roundRect">
              <a:avLst>
                <a:gd name="adj" fmla="val 50000"/>
              </a:avLst>
            </a:prstGeom>
            <a:solidFill>
              <a:srgbClr val="19883F"/>
            </a:solidFill>
            <a:ln/>
          </p:spPr>
        </p:sp>
        <p:sp>
          <p:nvSpPr>
            <p:cNvPr id="35" name="Text 29"/>
            <p:cNvSpPr/>
            <p:nvPr/>
          </p:nvSpPr>
          <p:spPr>
            <a:xfrm>
              <a:off x="6856628" y="5093208"/>
              <a:ext cx="423550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BOT UNLOCKS AT 4:07 PM</a:t>
              </a:r>
              <a:endParaRPr lang="en-US" sz="1150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CBB6282-B1C1-3FA4-D7C7-C8B4211CE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10844" y="1700412"/>
              <a:ext cx="1462248" cy="33558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READY TO TAKE THE CHALLENGE?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55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 SOMETHING NEW.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258568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78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SOMETHING YOU'RE PROUD OF.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2825496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55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 HOW FAR YOU CAN GO.</a:t>
            </a:r>
            <a:endParaRPr lang="en-US" sz="2100" dirty="0"/>
          </a:p>
        </p:txBody>
      </p:sp>
      <p:pic>
        <p:nvPicPr>
          <p:cNvPr id="10" name="Image 0" descr="/home/claude/work/unpacked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3611880"/>
            <a:ext cx="731520" cy="9235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233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 2026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986888" y="5120640"/>
            <a:ext cx="62179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ECE6DC"/>
            </a:solidFill>
            <a:prstDash val="solid"/>
          </a:ln>
          <a:effectLst>
            <a:outerShdw blurRad="152400" dist="381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169768" y="512064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SIH Coordinator  •  Faculty  •  Student Organizer Details</a:t>
            </a:r>
            <a:endParaRPr lang="en-US" sz="1150" dirty="0"/>
          </a:p>
        </p:txBody>
      </p:sp>
      <p:pic>
        <p:nvPicPr>
          <p:cNvPr id="14" name="Image 1" descr="/home/claude/work/unpacked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291072"/>
            <a:ext cx="329184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" y="6327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341</Words>
  <Application>Microsoft Office PowerPoint</Application>
  <PresentationFormat>Widescreen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Ramagiri Rishik</cp:lastModifiedBy>
  <cp:revision>3</cp:revision>
  <dcterms:created xsi:type="dcterms:W3CDTF">2026-08-13T19:53:24Z</dcterms:created>
  <dcterms:modified xsi:type="dcterms:W3CDTF">2026-08-14T04:45:27Z</dcterms:modified>
</cp:coreProperties>
</file>